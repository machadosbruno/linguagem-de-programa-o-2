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notesMasterIdLst>
    <p:notesMasterId r:id="rId15"/>
  </p:notesMasterIdLst>
  <p:sldIdLst>
    <p:sldId id="326" r:id="rId3"/>
    <p:sldId id="327" r:id="rId4"/>
    <p:sldId id="329" r:id="rId5"/>
    <p:sldId id="328" r:id="rId6"/>
    <p:sldId id="331" r:id="rId7"/>
    <p:sldId id="332" r:id="rId8"/>
    <p:sldId id="333" r:id="rId9"/>
    <p:sldId id="337" r:id="rId10"/>
    <p:sldId id="334" r:id="rId11"/>
    <p:sldId id="335" r:id="rId12"/>
    <p:sldId id="336" r:id="rId13"/>
    <p:sldId id="33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0000"/>
    <a:srgbClr val="006000"/>
    <a:srgbClr val="F8F8F8"/>
    <a:srgbClr val="007000"/>
    <a:srgbClr val="006600"/>
    <a:srgbClr val="006C00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B1B01-5CCD-4768-AB5B-5546B2879E97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E879A-A105-4CE8-9918-236137BA33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51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612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61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89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716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329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1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85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48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084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483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66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52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6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Há dois perfis principais de geração de executável: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Debug: contém dados de depuração;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Release: não contém dados de depuração.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Normalmente, ao gerar um executável para o cliente, o geramos em modo </a:t>
            </a:r>
            <a:r>
              <a:rPr lang="pt-BR" sz="3200" i="1" dirty="0"/>
              <a:t>release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25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Para escolher o modo de publicação, executamos o seguinte comando na pasta do projeto: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2B975B-EDFC-7CDE-A13E-75A4BB9BB911}"/>
              </a:ext>
            </a:extLst>
          </p:cNvPr>
          <p:cNvSpPr txBox="1"/>
          <p:nvPr/>
        </p:nvSpPr>
        <p:spPr>
          <a:xfrm>
            <a:off x="1173019" y="3321572"/>
            <a:ext cx="5434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dotnet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publish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-c Release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CC5500-7D06-7859-E2CA-FB6FBCD7A408}"/>
              </a:ext>
            </a:extLst>
          </p:cNvPr>
          <p:cNvSpPr txBox="1"/>
          <p:nvPr/>
        </p:nvSpPr>
        <p:spPr>
          <a:xfrm>
            <a:off x="1173019" y="4595333"/>
            <a:ext cx="5014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dotnet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publish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-c Debug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C6791A-DA6B-56E8-3BF1-7D63D0B396B9}"/>
              </a:ext>
            </a:extLst>
          </p:cNvPr>
          <p:cNvSpPr txBox="1"/>
          <p:nvPr/>
        </p:nvSpPr>
        <p:spPr>
          <a:xfrm>
            <a:off x="1173019" y="3857414"/>
            <a:ext cx="333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publicação em modo </a:t>
            </a:r>
            <a:r>
              <a:rPr lang="pt-BR" i="1" dirty="0"/>
              <a:t>release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672672-CD2F-C7E6-019C-2B7863028353}"/>
              </a:ext>
            </a:extLst>
          </p:cNvPr>
          <p:cNvSpPr txBox="1"/>
          <p:nvPr/>
        </p:nvSpPr>
        <p:spPr>
          <a:xfrm>
            <a:off x="1173019" y="5135964"/>
            <a:ext cx="394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publicação em modo de depuração</a:t>
            </a:r>
          </a:p>
        </p:txBody>
      </p:sp>
    </p:spTree>
    <p:extLst>
      <p:ext uri="{BB962C8B-B14F-4D97-AF65-F5344CB8AC3E}">
        <p14:creationId xmlns:p14="http://schemas.microsoft.com/office/powerpoint/2010/main" val="209963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Como o código em C# depende das bibliotecas do </a:t>
            </a:r>
            <a:r>
              <a:rPr lang="pt-BR" sz="3200" dirty="0" err="1"/>
              <a:t>.net</a:t>
            </a:r>
            <a:r>
              <a:rPr lang="pt-BR" sz="3200" dirty="0"/>
              <a:t>, há duas formas principais de gerar um executável&gt;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Saída mínima, que depende da instalação do </a:t>
            </a:r>
            <a:r>
              <a:rPr lang="pt-BR" sz="3000" dirty="0" err="1"/>
              <a:t>.net</a:t>
            </a:r>
            <a:r>
              <a:rPr lang="pt-BR" sz="3000" dirty="0"/>
              <a:t> na máquina em que ele será executado;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3000" dirty="0"/>
              <a:t>Saída autocontida, que não depende da instalação do </a:t>
            </a:r>
            <a:r>
              <a:rPr lang="pt-BR" sz="3000" dirty="0" err="1"/>
              <a:t>.net</a:t>
            </a:r>
            <a:r>
              <a:rPr lang="pt-BR" sz="3000" dirty="0"/>
              <a:t> na máquina em que ele será executado.</a:t>
            </a:r>
          </a:p>
        </p:txBody>
      </p:sp>
    </p:spTree>
    <p:extLst>
      <p:ext uri="{BB962C8B-B14F-4D97-AF65-F5344CB8AC3E}">
        <p14:creationId xmlns:p14="http://schemas.microsoft.com/office/powerpoint/2010/main" val="150289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Para escolher o modo de publicação, executamos o seguinte comando na pasta do projeto: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2B975B-EDFC-7CDE-A13E-75A4BB9BB911}"/>
              </a:ext>
            </a:extLst>
          </p:cNvPr>
          <p:cNvSpPr txBox="1"/>
          <p:nvPr/>
        </p:nvSpPr>
        <p:spPr>
          <a:xfrm>
            <a:off x="1173019" y="3321572"/>
            <a:ext cx="10264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dotnet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publish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-c Release --self-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contained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false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CC5500-7D06-7859-E2CA-FB6FBCD7A408}"/>
              </a:ext>
            </a:extLst>
          </p:cNvPr>
          <p:cNvSpPr txBox="1"/>
          <p:nvPr/>
        </p:nvSpPr>
        <p:spPr>
          <a:xfrm>
            <a:off x="1173019" y="4595333"/>
            <a:ext cx="10054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dotnet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publish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-c Release --self-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contained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endParaRPr lang="pt-BR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C6791A-DA6B-56E8-3BF1-7D63D0B396B9}"/>
              </a:ext>
            </a:extLst>
          </p:cNvPr>
          <p:cNvSpPr txBox="1"/>
          <p:nvPr/>
        </p:nvSpPr>
        <p:spPr>
          <a:xfrm>
            <a:off x="1173019" y="3857414"/>
            <a:ext cx="410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publicação de saída mínima (padrão)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672672-CD2F-C7E6-019C-2B7863028353}"/>
              </a:ext>
            </a:extLst>
          </p:cNvPr>
          <p:cNvSpPr txBox="1"/>
          <p:nvPr/>
        </p:nvSpPr>
        <p:spPr>
          <a:xfrm>
            <a:off x="1173019" y="5135964"/>
            <a:ext cx="3664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publicação de saída autocontida</a:t>
            </a:r>
          </a:p>
        </p:txBody>
      </p:sp>
    </p:spTree>
    <p:extLst>
      <p:ext uri="{BB962C8B-B14F-4D97-AF65-F5344CB8AC3E}">
        <p14:creationId xmlns:p14="http://schemas.microsoft.com/office/powerpoint/2010/main" val="389811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A saída autocontida normalmente gera vários arquivos.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Para gerar um arquivo único, use o seguinte comando: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pPr>
              <a:buFont typeface="Arial" panose="020B0604020202020204" pitchFamily="34" charset="0"/>
              <a:buChar char="•"/>
            </a:pPr>
            <a:endParaRPr lang="pt-B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O arquivo executável ficará dentro da pasta “</a:t>
            </a:r>
            <a:r>
              <a:rPr lang="pt-BR" sz="3200" dirty="0" err="1"/>
              <a:t>publish</a:t>
            </a:r>
            <a:r>
              <a:rPr lang="pt-BR" sz="3200" dirty="0"/>
              <a:t>”.</a:t>
            </a:r>
            <a:endParaRPr lang="pt-BR" sz="3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C27CC2-77FE-9ACF-6D9B-4D48DDF41FA5}"/>
              </a:ext>
            </a:extLst>
          </p:cNvPr>
          <p:cNvSpPr txBox="1"/>
          <p:nvPr/>
        </p:nvSpPr>
        <p:spPr>
          <a:xfrm>
            <a:off x="1036320" y="3380360"/>
            <a:ext cx="9463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dotnet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publish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-c Release --self-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contained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p:PublishSingleFile</a:t>
            </a:r>
            <a:r>
              <a:rPr lang="pt-BR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endParaRPr lang="pt-BR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8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Caso seu programa use configurações externas, é possível criar um arquivo de configurações, que deve ser copiado junto com o executável.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Exemplo: acesso a banco de dados.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Crie o arquivo: </a:t>
            </a:r>
            <a:r>
              <a:rPr lang="pt-BR" sz="3200" dirty="0" err="1"/>
              <a:t>appsettings.json</a:t>
            </a:r>
            <a:r>
              <a:rPr lang="pt-BR" sz="3200" dirty="0"/>
              <a:t> na raiz do projeto, e o marque para ser copiado ao gerar o executável.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5888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83F2D1-3922-2F6E-8980-0BAB8A9DF15A}"/>
              </a:ext>
            </a:extLst>
          </p:cNvPr>
          <p:cNvSpPr txBox="1"/>
          <p:nvPr/>
        </p:nvSpPr>
        <p:spPr>
          <a:xfrm>
            <a:off x="1097280" y="2101657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ConnectionStrings</a:t>
            </a:r>
            <a:r>
              <a:rPr lang="pt-BR" sz="18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Development</a:t>
            </a:r>
            <a:r>
              <a:rPr lang="pt-BR" sz="1800" dirty="0">
                <a:solidFill>
                  <a:srgbClr val="2E75B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"Server=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localhost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NomeBase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=Senh@123;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TrustServerCertificate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913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Instale as dependências:</a:t>
            </a:r>
            <a:br>
              <a:rPr lang="pt-BR" sz="3200" dirty="0"/>
            </a:br>
            <a:r>
              <a:rPr lang="pt-BR" sz="3200" dirty="0"/>
              <a:t>	</a:t>
            </a:r>
            <a:r>
              <a:rPr lang="pt-BR" sz="3200" dirty="0" err="1"/>
              <a:t>Microsoft.Extensions.Configuration</a:t>
            </a:r>
            <a:r>
              <a:rPr lang="pt-BR" sz="3200" dirty="0"/>
              <a:t>;</a:t>
            </a:r>
          </a:p>
          <a:p>
            <a:pPr marL="0" indent="0">
              <a:buNone/>
            </a:pPr>
            <a:r>
              <a:rPr lang="pt-BR" sz="3200" dirty="0"/>
              <a:t>	</a:t>
            </a:r>
            <a:r>
              <a:rPr lang="pt-BR" sz="3200" dirty="0" err="1"/>
              <a:t>Microsoft.Extensions.Configuration.Json</a:t>
            </a:r>
            <a:r>
              <a:rPr lang="pt-BR" sz="3200" dirty="0"/>
              <a:t>;</a:t>
            </a:r>
          </a:p>
          <a:p>
            <a:pPr marL="0" indent="0">
              <a:buNone/>
            </a:pPr>
            <a:r>
              <a:rPr lang="pt-BR" sz="3200" dirty="0"/>
              <a:t> </a:t>
            </a:r>
            <a:r>
              <a:rPr lang="pt-BR" sz="2400" dirty="0"/>
              <a:t>Pode ser necessário instalar a dependência </a:t>
            </a:r>
            <a:r>
              <a:rPr lang="pt-BR" sz="2400" dirty="0" err="1"/>
              <a:t>Microsoft.Extensions.Binder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Em </a:t>
            </a:r>
            <a:r>
              <a:rPr lang="pt-BR" sz="3200" dirty="0" err="1"/>
              <a:t>Program.cs</a:t>
            </a:r>
            <a:r>
              <a:rPr lang="pt-BR" sz="3200" dirty="0"/>
              <a:t>, crie um atributo estático para guardar o resultado da configuração, e armazene o resultado da configuração do projeto. 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14698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1677A5-56FB-615A-7F7D-FA63B9485A0C}"/>
              </a:ext>
            </a:extLst>
          </p:cNvPr>
          <p:cNvSpPr txBox="1"/>
          <p:nvPr/>
        </p:nvSpPr>
        <p:spPr>
          <a:xfrm>
            <a:off x="101600" y="1816205"/>
            <a:ext cx="117301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Microsoft.Extensions.Configuration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projeto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IConfiguration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STAThread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Configuration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ConfigurationBuilder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AddJsonFile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appsettings.json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).Build();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ApplicationConfiguration.Initialize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Application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.Run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Form1());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9987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Quando precisar usar o valor do arquivo de configuração, utilize o seguinte comando: </a:t>
            </a:r>
            <a:endParaRPr lang="pt-BR" sz="3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7CA069-3060-6B30-6793-0B77D9AC8810}"/>
              </a:ext>
            </a:extLst>
          </p:cNvPr>
          <p:cNvSpPr txBox="1"/>
          <p:nvPr/>
        </p:nvSpPr>
        <p:spPr>
          <a:xfrm>
            <a:off x="1163781" y="3163607"/>
            <a:ext cx="9633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conexao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Program.Configuration.GetConnectionString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"Development"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7251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B2A88-2C1A-B087-C5E8-D9E2A79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79177-0EEB-EDED-7478-AF3F4211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Ao publicar o executável, o arquivo </a:t>
            </a:r>
            <a:r>
              <a:rPr lang="pt-BR" sz="3200" dirty="0" err="1"/>
              <a:t>appsettings.json</a:t>
            </a:r>
            <a:r>
              <a:rPr lang="pt-BR" sz="3200" dirty="0"/>
              <a:t> sempre deverá ser distribuído junto.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 É possível criar um arquivo caso ele não exista, ou solicitar as informações na primeira execução do aplicativo.</a:t>
            </a:r>
          </a:p>
        </p:txBody>
      </p:sp>
    </p:spTree>
    <p:extLst>
      <p:ext uri="{BB962C8B-B14F-4D97-AF65-F5344CB8AC3E}">
        <p14:creationId xmlns:p14="http://schemas.microsoft.com/office/powerpoint/2010/main" val="1745556486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1618</TotalTime>
  <Words>543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Cascadia Code</vt:lpstr>
      <vt:lpstr>Cascadia Mono</vt:lpstr>
      <vt:lpstr>Wingdings 2</vt:lpstr>
      <vt:lpstr>HDOfficeLightV0</vt:lpstr>
      <vt:lpstr>Retrospectiva</vt:lpstr>
      <vt:lpstr>Linguagem de Programação 2</vt:lpstr>
      <vt:lpstr>Publicação</vt:lpstr>
      <vt:lpstr>Publicação</vt:lpstr>
      <vt:lpstr>Publicação</vt:lpstr>
      <vt:lpstr>Publicação</vt:lpstr>
      <vt:lpstr>Publicação</vt:lpstr>
      <vt:lpstr>Publicação</vt:lpstr>
      <vt:lpstr>Publicação</vt:lpstr>
      <vt:lpstr>Publicação</vt:lpstr>
      <vt:lpstr>Publicação</vt:lpstr>
      <vt:lpstr>Publicação</vt:lpstr>
      <vt:lpstr>Publicação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172</cp:revision>
  <dcterms:created xsi:type="dcterms:W3CDTF">2017-07-05T21:06:24Z</dcterms:created>
  <dcterms:modified xsi:type="dcterms:W3CDTF">2026-06-02T19:11:20Z</dcterms:modified>
</cp:coreProperties>
</file>